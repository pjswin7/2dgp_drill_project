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B145F-63AD-48FA-A2DA-0CB78BFEA9BC}" type="datetimeFigureOut">
              <a:rPr lang="ko-KR" altLang="en-US" smtClean="0"/>
              <a:pPr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90844-E3C8-42BC-A8E7-AB60A439DC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ko-KR" b="1" dirty="0" smtClean="0"/>
              <a:t>2D </a:t>
            </a:r>
            <a:r>
              <a:rPr lang="ko-KR" altLang="en-US" b="1" dirty="0" smtClean="0"/>
              <a:t>격투 </a:t>
            </a:r>
            <a:r>
              <a:rPr lang="en-US" altLang="ko-KR" b="1" dirty="0" smtClean="0"/>
              <a:t>RPG</a:t>
            </a:r>
            <a:br>
              <a:rPr lang="en-US" altLang="ko-KR" b="1" dirty="0" smtClean="0"/>
            </a:br>
            <a:r>
              <a:rPr lang="ko-KR" altLang="en-US" sz="1600" b="1" dirty="0" smtClean="0"/>
              <a:t>기획부터 완성까지</a:t>
            </a:r>
            <a:endParaRPr lang="ko-KR" altLang="en-US" sz="1600" b="1" dirty="0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ko-KR" sz="1400" b="1" dirty="0" smtClean="0"/>
              <a:t>2021180013 </a:t>
            </a:r>
            <a:r>
              <a:rPr lang="ko-KR" altLang="en-US" sz="1400" b="1" dirty="0" smtClean="0"/>
              <a:t>박진성</a:t>
            </a:r>
            <a:endParaRPr lang="ko-KR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발표에 앞서 초기 컨셉 수정</a:t>
            </a:r>
            <a:endParaRPr lang="ko-KR" altLang="en-US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285720" y="1500174"/>
            <a:ext cx="4000528" cy="3000396"/>
            <a:chOff x="0" y="3071810"/>
            <a:chExt cx="4840267" cy="250033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 r="56660"/>
            <a:stretch>
              <a:fillRect/>
            </a:stretch>
          </p:blipFill>
          <p:spPr bwMode="auto">
            <a:xfrm>
              <a:off x="0" y="3071810"/>
              <a:ext cx="2500298" cy="2500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/>
            <a:srcRect l="59439"/>
            <a:stretch>
              <a:fillRect/>
            </a:stretch>
          </p:blipFill>
          <p:spPr bwMode="auto">
            <a:xfrm>
              <a:off x="2500298" y="3071829"/>
              <a:ext cx="2339969" cy="2500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" name="TextBox 6"/>
          <p:cNvSpPr txBox="1"/>
          <p:nvPr/>
        </p:nvSpPr>
        <p:spPr>
          <a:xfrm>
            <a:off x="214282" y="4857760"/>
            <a:ext cx="4929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 캐릭터가 여러가지 무기를 사용하며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대전 시 본인 성향에 맞는 무기를 선택해</a:t>
            </a:r>
            <a:endParaRPr lang="en-US" altLang="ko-KR" dirty="0" smtClean="0"/>
          </a:p>
          <a:p>
            <a:r>
              <a:rPr lang="ko-KR" altLang="en-US" dirty="0" smtClean="0"/>
              <a:t>다양한 전투 양상을 만들게 하는 것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57950" y="2928934"/>
            <a:ext cx="26432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solidFill>
                  <a:srgbClr val="FF0000"/>
                </a:solidFill>
              </a:rPr>
              <a:t>스프라이트</a:t>
            </a:r>
            <a:r>
              <a:rPr lang="ko-KR" altLang="en-US" sz="3200" dirty="0">
                <a:solidFill>
                  <a:srgbClr val="FF0000"/>
                </a:solidFill>
              </a:rPr>
              <a:t> </a:t>
            </a:r>
            <a:r>
              <a:rPr lang="ko-KR" altLang="en-US" sz="3200" dirty="0" smtClean="0">
                <a:solidFill>
                  <a:srgbClr val="FF0000"/>
                </a:solidFill>
              </a:rPr>
              <a:t>없음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428868"/>
            <a:ext cx="18954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수정 후 새로 추가</a:t>
            </a:r>
            <a:endParaRPr lang="ko-KR" alt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3116"/>
            <a:ext cx="2821420" cy="175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264" y="2000240"/>
            <a:ext cx="2388708" cy="1962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8992" y="1785926"/>
            <a:ext cx="277814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-71470" y="4143380"/>
            <a:ext cx="3357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상대방의 공격을 막는 가드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ko-KR" altLang="en-US" dirty="0" smtClean="0"/>
              <a:t>기본공격을 막을 수 있다</a:t>
            </a:r>
            <a:endParaRPr lang="en-US" altLang="ko-KR" dirty="0" smtClean="0"/>
          </a:p>
          <a:p>
            <a:r>
              <a:rPr lang="ko-KR" altLang="en-US" dirty="0" smtClean="0"/>
              <a:t>최대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</a:t>
            </a:r>
            <a:r>
              <a:rPr lang="en-US" altLang="ko-KR" dirty="0" smtClean="0"/>
              <a:t>-</a:t>
            </a:r>
            <a:r>
              <a:rPr lang="ko-KR" altLang="en-US" dirty="0" smtClean="0"/>
              <a:t>이후는 </a:t>
            </a:r>
            <a:r>
              <a:rPr lang="ko-KR" altLang="en-US" dirty="0" err="1" smtClean="0"/>
              <a:t>쿨타임</a:t>
            </a:r>
            <a:r>
              <a:rPr lang="ko-KR" altLang="en-US" dirty="0" smtClean="0"/>
              <a:t> 이후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71802" y="4143380"/>
            <a:ext cx="3500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상대방 공격 무효화 및 이동기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ko-KR" altLang="en-US" dirty="0" smtClean="0"/>
              <a:t>구르기로 빠른 접근 및 후퇴</a:t>
            </a:r>
            <a:endParaRPr lang="en-US" altLang="ko-KR" dirty="0" smtClean="0"/>
          </a:p>
          <a:p>
            <a:r>
              <a:rPr lang="ko-KR" altLang="en-US" dirty="0" smtClean="0"/>
              <a:t>구르기로 기본</a:t>
            </a:r>
            <a:r>
              <a:rPr lang="en-US" altLang="ko-KR" dirty="0" smtClean="0"/>
              <a:t>,</a:t>
            </a:r>
            <a:r>
              <a:rPr lang="ko-KR" altLang="en-US" dirty="0" smtClean="0"/>
              <a:t>특수 공격회피</a:t>
            </a:r>
            <a:endParaRPr lang="en-US" altLang="ko-KR" dirty="0" smtClean="0"/>
          </a:p>
          <a:p>
            <a:r>
              <a:rPr lang="ko-KR" altLang="en-US" dirty="0" err="1" smtClean="0"/>
              <a:t>쿨타임</a:t>
            </a:r>
            <a:r>
              <a:rPr lang="ko-KR" altLang="en-US" dirty="0" smtClean="0"/>
              <a:t> 있음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86512" y="4143380"/>
            <a:ext cx="30718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/>
              <a:t>가드를</a:t>
            </a:r>
            <a:r>
              <a:rPr lang="ko-KR" altLang="en-US" b="1" dirty="0" smtClean="0"/>
              <a:t> 뚫는 특수 공격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데미지를</a:t>
            </a:r>
            <a:r>
              <a:rPr lang="ko-KR" altLang="en-US" dirty="0" smtClean="0"/>
              <a:t> 입거나 공격 </a:t>
            </a:r>
            <a:r>
              <a:rPr lang="ko-KR" altLang="en-US" dirty="0" err="1" smtClean="0"/>
              <a:t>성공시</a:t>
            </a:r>
            <a:r>
              <a:rPr lang="en-US" altLang="ko-KR" dirty="0" smtClean="0"/>
              <a:t>-</a:t>
            </a:r>
            <a:r>
              <a:rPr lang="ko-KR" altLang="en-US" dirty="0" smtClean="0"/>
              <a:t>게이지 충전으로 사용</a:t>
            </a:r>
            <a:endParaRPr lang="en-US" altLang="ko-KR" dirty="0" smtClean="0"/>
          </a:p>
          <a:p>
            <a:r>
              <a:rPr lang="ko-KR" altLang="en-US" dirty="0" smtClean="0"/>
              <a:t>가드 불가능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71472" y="642918"/>
          <a:ext cx="7262842" cy="4168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293"/>
                <a:gridCol w="5248549"/>
              </a:tblGrid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게임 컨셉</a:t>
                      </a:r>
                      <a:r>
                        <a:rPr lang="en-US" altLang="ko-KR" dirty="0" smtClean="0"/>
                        <a:t>&amp;</a:t>
                      </a:r>
                      <a:r>
                        <a:rPr lang="ko-KR" altLang="en-US" dirty="0" smtClean="0"/>
                        <a:t>리소스 수집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90%(</a:t>
                      </a:r>
                      <a:r>
                        <a:rPr lang="ko-KR" altLang="en-US" dirty="0" smtClean="0"/>
                        <a:t>이후 이펙트 추가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 기본 움직임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좌우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   </a:t>
                      </a:r>
                      <a:r>
                        <a:rPr lang="ko-KR" altLang="en-US" dirty="0" smtClean="0"/>
                        <a:t>좌우움직임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프레임 워크 추가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 심화 움직임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점프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구르기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   </a:t>
                      </a:r>
                      <a:r>
                        <a:rPr lang="ko-KR" altLang="en-US" dirty="0" smtClean="0"/>
                        <a:t>점프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구르기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프레임 워크 추가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</a:t>
                      </a:r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기본공격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히트박스</a:t>
                      </a:r>
                      <a:endParaRPr lang="ko-KR" altLang="en-US" dirty="0"/>
                    </a:p>
                  </a:txBody>
                  <a:tcPr/>
                </a:tc>
              </a:tr>
              <a:tr h="504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70%    </a:t>
                      </a:r>
                      <a:r>
                        <a:rPr lang="ko-KR" altLang="en-US" dirty="0" smtClean="0"/>
                        <a:t>기본공격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종 추가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프레임 워크 추가</a:t>
                      </a:r>
                      <a:r>
                        <a:rPr lang="en-US" altLang="ko-KR" dirty="0" smtClean="0"/>
                        <a:t>)/</a:t>
                      </a:r>
                    </a:p>
                    <a:p>
                      <a:pPr latinLnBrk="1"/>
                      <a:r>
                        <a:rPr lang="en-US" altLang="ko-KR" dirty="0" smtClean="0"/>
                        <a:t>          </a:t>
                      </a:r>
                      <a:r>
                        <a:rPr lang="ko-KR" altLang="en-US" dirty="0" smtClean="0"/>
                        <a:t>히트박스 구현 중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8446818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140</Words>
  <Application>Microsoft Office PowerPoint</Application>
  <PresentationFormat>화면 슬라이드 쇼(4:3)</PresentationFormat>
  <Paragraphs>39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2D 격투 RPG 기획부터 완성까지</vt:lpstr>
      <vt:lpstr>발표에 앞서 초기 컨셉 수정</vt:lpstr>
      <vt:lpstr>수정 후 새로 추가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격투 RPG 기획부터 완성까지</dc:title>
  <dc:creator>박진성</dc:creator>
  <cp:lastModifiedBy>박진성</cp:lastModifiedBy>
  <cp:revision>9</cp:revision>
  <dcterms:created xsi:type="dcterms:W3CDTF">2025-11-12T04:59:43Z</dcterms:created>
  <dcterms:modified xsi:type="dcterms:W3CDTF">2025-11-12T11:09:38Z</dcterms:modified>
</cp:coreProperties>
</file>