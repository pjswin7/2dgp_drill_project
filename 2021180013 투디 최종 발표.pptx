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49C8F-2DCA-4F70-BCBE-484085692D33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7FF57-D79E-4765-A6DB-6D8B501155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49C8F-2DCA-4F70-BCBE-484085692D33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7FF57-D79E-4765-A6DB-6D8B501155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49C8F-2DCA-4F70-BCBE-484085692D33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7FF57-D79E-4765-A6DB-6D8B501155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49C8F-2DCA-4F70-BCBE-484085692D33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7FF57-D79E-4765-A6DB-6D8B501155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49C8F-2DCA-4F70-BCBE-484085692D33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7FF57-D79E-4765-A6DB-6D8B501155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49C8F-2DCA-4F70-BCBE-484085692D33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7FF57-D79E-4765-A6DB-6D8B501155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49C8F-2DCA-4F70-BCBE-484085692D33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7FF57-D79E-4765-A6DB-6D8B501155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49C8F-2DCA-4F70-BCBE-484085692D33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7FF57-D79E-4765-A6DB-6D8B501155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49C8F-2DCA-4F70-BCBE-484085692D33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7FF57-D79E-4765-A6DB-6D8B501155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49C8F-2DCA-4F70-BCBE-484085692D33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7FF57-D79E-4765-A6DB-6D8B501155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49C8F-2DCA-4F70-BCBE-484085692D33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7FF57-D79E-4765-A6DB-6D8B501155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49C8F-2DCA-4F70-BCBE-484085692D33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7FF57-D79E-4765-A6DB-6D8B501155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071686"/>
            <a:ext cx="8229600" cy="1143000"/>
          </a:xfrm>
        </p:spPr>
        <p:txBody>
          <a:bodyPr/>
          <a:lstStyle/>
          <a:p>
            <a:r>
              <a:rPr lang="ko-KR" altLang="en-US" dirty="0" smtClean="0"/>
              <a:t>최종 프로젝트 발표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428860" y="3786190"/>
            <a:ext cx="4500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2021180013 </a:t>
            </a:r>
            <a:r>
              <a:rPr lang="ko-KR" altLang="en-US" dirty="0" err="1" smtClean="0"/>
              <a:t>박진성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857224" y="214290"/>
          <a:ext cx="7620000" cy="6477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10095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목표 범위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실제 개발 범위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진행률</a:t>
                      </a:r>
                      <a:endParaRPr lang="ko-KR" altLang="en-US" dirty="0"/>
                    </a:p>
                  </a:txBody>
                  <a:tcPr/>
                </a:tc>
              </a:tr>
              <a:tr h="5848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맵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스테이지 </a:t>
                      </a:r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개 이상 작성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초원 </a:t>
                      </a:r>
                      <a:r>
                        <a:rPr lang="en-US" altLang="ko-KR" dirty="0" smtClean="0"/>
                        <a:t>+ </a:t>
                      </a:r>
                      <a:r>
                        <a:rPr lang="ko-KR" altLang="en-US" dirty="0" smtClean="0"/>
                        <a:t>동굴 </a:t>
                      </a:r>
                      <a:r>
                        <a:rPr lang="ko-KR" altLang="en-US" dirty="0" err="1" smtClean="0"/>
                        <a:t>맵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100%</a:t>
                      </a:r>
                      <a:endParaRPr lang="ko-KR" altLang="en-US" dirty="0"/>
                    </a:p>
                  </a:txBody>
                  <a:tcPr/>
                </a:tc>
              </a:tr>
              <a:tr h="5848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캐릭터 컨트롤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좌우</a:t>
                      </a:r>
                      <a:r>
                        <a:rPr lang="en-US" altLang="ko-KR" dirty="0" smtClean="0"/>
                        <a:t>,</a:t>
                      </a:r>
                      <a:r>
                        <a:rPr lang="ko-KR" altLang="en-US" dirty="0" smtClean="0"/>
                        <a:t>구르기</a:t>
                      </a:r>
                      <a:r>
                        <a:rPr lang="en-US" altLang="ko-KR" dirty="0" smtClean="0"/>
                        <a:t>,</a:t>
                      </a:r>
                      <a:r>
                        <a:rPr lang="ko-KR" altLang="en-US" dirty="0" smtClean="0"/>
                        <a:t>점프</a:t>
                      </a:r>
                      <a:r>
                        <a:rPr lang="en-US" altLang="ko-KR" dirty="0" smtClean="0"/>
                        <a:t>,</a:t>
                      </a:r>
                    </a:p>
                    <a:p>
                      <a:pPr latinLnBrk="1"/>
                      <a:r>
                        <a:rPr lang="ko-KR" altLang="en-US" dirty="0" smtClean="0"/>
                        <a:t>공격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막기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모두 구현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100%</a:t>
                      </a:r>
                      <a:endParaRPr lang="ko-KR" altLang="en-US" dirty="0"/>
                    </a:p>
                  </a:txBody>
                  <a:tcPr/>
                </a:tc>
              </a:tr>
              <a:tr h="5848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게임</a:t>
                      </a:r>
                      <a:r>
                        <a:rPr lang="ko-KR" altLang="en-US" baseline="0" dirty="0" smtClean="0"/>
                        <a:t> 핵심 기능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캐릭터간 충돌</a:t>
                      </a:r>
                      <a:endParaRPr lang="en-US" altLang="ko-KR" dirty="0" smtClean="0"/>
                    </a:p>
                    <a:p>
                      <a:pPr latinLnBrk="1"/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체력이 일정 비율 이상 줄면 각성 효과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생존 시 서로 부딪힘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크기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속도 등등 빨라짐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100%</a:t>
                      </a:r>
                      <a:endParaRPr lang="ko-KR" altLang="en-US" dirty="0"/>
                    </a:p>
                  </a:txBody>
                  <a:tcPr/>
                </a:tc>
              </a:tr>
              <a:tr h="5848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모델링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캐릭터 </a:t>
                      </a:r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종 구현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100%</a:t>
                      </a:r>
                      <a:endParaRPr lang="ko-KR" altLang="en-US" dirty="0"/>
                    </a:p>
                  </a:txBody>
                  <a:tcPr/>
                </a:tc>
              </a:tr>
              <a:tr h="5848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애니메이션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달리기</a:t>
                      </a:r>
                      <a:r>
                        <a:rPr lang="en-US" altLang="ko-KR" dirty="0" smtClean="0"/>
                        <a:t>,</a:t>
                      </a:r>
                      <a:r>
                        <a:rPr lang="ko-KR" altLang="en-US" dirty="0" smtClean="0"/>
                        <a:t>공격</a:t>
                      </a:r>
                      <a:r>
                        <a:rPr lang="en-US" altLang="ko-KR" dirty="0" smtClean="0"/>
                        <a:t>,</a:t>
                      </a:r>
                      <a:r>
                        <a:rPr lang="ko-KR" altLang="en-US" dirty="0" smtClean="0"/>
                        <a:t>막기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etc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모두 구현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100%</a:t>
                      </a:r>
                      <a:endParaRPr lang="ko-KR" altLang="en-US" dirty="0"/>
                    </a:p>
                  </a:txBody>
                  <a:tcPr/>
                </a:tc>
              </a:tr>
              <a:tr h="5848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사운드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막기</a:t>
                      </a:r>
                      <a:r>
                        <a:rPr lang="en-US" altLang="ko-KR" dirty="0" smtClean="0"/>
                        <a:t>,</a:t>
                      </a:r>
                      <a:r>
                        <a:rPr lang="ko-KR" altLang="en-US" dirty="0" smtClean="0"/>
                        <a:t>공격 소리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구현 </a:t>
                      </a:r>
                      <a:r>
                        <a:rPr lang="en-US" altLang="ko-KR" dirty="0" smtClean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0%</a:t>
                      </a:r>
                      <a:endParaRPr lang="ko-KR" altLang="en-US" dirty="0"/>
                    </a:p>
                  </a:txBody>
                  <a:tcPr/>
                </a:tc>
              </a:tr>
              <a:tr h="5848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ui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체력바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타이틀 로고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err="1" smtClean="0"/>
                        <a:t>일시정지</a:t>
                      </a:r>
                      <a:r>
                        <a:rPr lang="ko-KR" altLang="en-US" dirty="0" smtClean="0"/>
                        <a:t> 화면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체력바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타이틀 로고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en-US" altLang="ko-KR" dirty="0" err="1" smtClean="0"/>
                        <a:t>win,lose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구현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80%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0"/>
            <a:ext cx="7558324" cy="3429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1357290" y="3319800"/>
          <a:ext cx="609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주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커밋</a:t>
                      </a:r>
                      <a:r>
                        <a:rPr lang="ko-KR" altLang="en-US" dirty="0" smtClean="0"/>
                        <a:t> 횟수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Week</a:t>
                      </a:r>
                      <a:r>
                        <a:rPr lang="en-US" altLang="ko-KR" baseline="0" dirty="0" smtClean="0"/>
                        <a:t> of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smtClean="0"/>
                        <a:t>28 sep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Week</a:t>
                      </a:r>
                      <a:r>
                        <a:rPr lang="en-US" altLang="ko-KR" baseline="0" dirty="0" smtClean="0"/>
                        <a:t> of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smtClean="0"/>
                        <a:t>26 </a:t>
                      </a:r>
                      <a:r>
                        <a:rPr lang="en-US" altLang="ko-KR" baseline="0" dirty="0" err="1" smtClean="0"/>
                        <a:t>oct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30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Week</a:t>
                      </a:r>
                      <a:r>
                        <a:rPr lang="en-US" altLang="ko-KR" baseline="0" dirty="0" smtClean="0"/>
                        <a:t> of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smtClean="0"/>
                        <a:t>9 </a:t>
                      </a:r>
                      <a:r>
                        <a:rPr lang="en-US" altLang="ko-KR" baseline="0" dirty="0" err="1" smtClean="0"/>
                        <a:t>nov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23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Week</a:t>
                      </a:r>
                      <a:r>
                        <a:rPr lang="en-US" altLang="ko-KR" baseline="0" dirty="0" smtClean="0"/>
                        <a:t> of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smtClean="0"/>
                        <a:t>16 </a:t>
                      </a:r>
                      <a:r>
                        <a:rPr lang="en-US" altLang="ko-KR" baseline="0" dirty="0" err="1" smtClean="0"/>
                        <a:t>nov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19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Week</a:t>
                      </a:r>
                      <a:r>
                        <a:rPr lang="en-US" altLang="ko-KR" baseline="0" dirty="0" smtClean="0"/>
                        <a:t> of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smtClean="0"/>
                        <a:t>23 </a:t>
                      </a:r>
                      <a:r>
                        <a:rPr lang="en-US" altLang="ko-KR" baseline="0" dirty="0" err="1" smtClean="0"/>
                        <a:t>nov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17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Week</a:t>
                      </a:r>
                      <a:r>
                        <a:rPr lang="en-US" altLang="ko-KR" baseline="0" dirty="0" smtClean="0"/>
                        <a:t> of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smtClean="0"/>
                        <a:t>30 sep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12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Week</a:t>
                      </a:r>
                      <a:r>
                        <a:rPr lang="en-US" altLang="ko-KR" baseline="0" dirty="0" smtClean="0"/>
                        <a:t> of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smtClean="0"/>
                        <a:t>7 </a:t>
                      </a:r>
                      <a:r>
                        <a:rPr lang="en-US" altLang="ko-KR" baseline="0" dirty="0" err="1" smtClean="0"/>
                        <a:t>dec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15+(</a:t>
                      </a:r>
                      <a:r>
                        <a:rPr lang="ko-KR" altLang="en-US" dirty="0" err="1" smtClean="0"/>
                        <a:t>패키징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149</Words>
  <Application>Microsoft Office PowerPoint</Application>
  <PresentationFormat>화면 슬라이드 쇼(4:3)</PresentationFormat>
  <Paragraphs>55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최종 프로젝트 발표</vt:lpstr>
      <vt:lpstr>슬라이드 2</vt:lpstr>
      <vt:lpstr>슬라이드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박진성</dc:creator>
  <cp:lastModifiedBy>박진성</cp:lastModifiedBy>
  <cp:revision>6</cp:revision>
  <dcterms:created xsi:type="dcterms:W3CDTF">2025-12-10T11:17:46Z</dcterms:created>
  <dcterms:modified xsi:type="dcterms:W3CDTF">2025-12-10T13:53:55Z</dcterms:modified>
</cp:coreProperties>
</file>